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0000" y="0"/>
            <a:ext cx="3204000" cy="514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576000"/>
            <a:ext cx="936000" cy="510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800000"/>
            <a:ext cx="48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</a:rPr>
              <a:t>The Y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060000"/>
            <a:ext cx="720000" cy="54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3240000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La guía de arte con IA
que tus visitantes llevan en el bolsillo.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50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</a:rPr>
              <a:t>Propuesta de colaboración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8000" y="288000"/>
            <a:ext cx="2015999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800" y="360000"/>
            <a:ext cx="1886399" cy="40823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00000" y="540000"/>
            <a:ext cx="7200" cy="4068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36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11111"/>
                </a:solidFill>
              </a:rPr>
              <a:t>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304000"/>
            <a:ext cx="34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</a:rPr>
              <a:t>de los visitantes sale sin
entender lo que ha visto.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2000" y="720000"/>
            <a:ext cx="37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Los carteles son breves. Las audioguías, caras y lentas. La mayoría mira en silencio y sigue andando.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2000" y="1728000"/>
            <a:ext cx="90000" cy="1152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2000" y="1728000"/>
            <a:ext cx="3528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"Fui al Prado, era precioso,
pero no entendí casi nada."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2000" y="2628000"/>
            <a:ext cx="35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Visitante típico · encuesta post-visita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2000" y="3240000"/>
            <a:ext cx="37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Se pierden la historia, la técnica, el contexto — y contigo se pierde una oportunidad de conexión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46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Una guía inteligente.
Instantánea. Personalizada.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728000"/>
            <a:ext cx="648000" cy="50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872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Sin app de pago. Solo el móvil que el visitante ya lleva en la mano.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448000"/>
            <a:ext cx="259200" cy="25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469600"/>
            <a:ext cx="25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448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Busca o escanea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700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Escribe el nombre o escanea el QR del cartel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240000"/>
            <a:ext cx="259200" cy="25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3261600"/>
            <a:ext cx="25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240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IA explica al instante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3491999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15 datos precisos, en el idioma y nivel elegido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4031999"/>
            <a:ext cx="259200" cy="25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4053600"/>
            <a:ext cx="25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4031999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Descubre tu museo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4283999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Enlace directo a la página oficial de tu institución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8000" y="288000"/>
            <a:ext cx="1440000" cy="3131999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reen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800" y="360000"/>
            <a:ext cx="1310400" cy="28358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43999" y="648000"/>
            <a:ext cx="1440000" cy="3131999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799" y="720000"/>
            <a:ext cx="1310400" cy="283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251999"/>
            <a:ext cx="1944000" cy="421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reen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0" y="323999"/>
            <a:ext cx="1814400" cy="39265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68000" y="503999"/>
            <a:ext cx="54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15 datos precisos.
En segundos.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168000" y="1584000"/>
            <a:ext cx="648000" cy="50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68000" y="172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El mismo cuadro, explicado a tres audiencias distintas en tiempo real.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68000" y="2448000"/>
            <a:ext cx="1764000" cy="18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2000" y="2556000"/>
            <a:ext cx="14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2000" y="2916000"/>
            <a:ext cx="14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Para Niños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000" y="3204000"/>
            <a:ext cx="14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Lenguaje sencillo.
El arte como aventura.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6000" y="2448000"/>
            <a:ext cx="1764000" cy="1800000"/>
          </a:xfrm>
          <a:prstGeom prst="rect">
            <a:avLst/>
          </a:prstGeom>
          <a:noFill/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0000" y="2556000"/>
            <a:ext cx="14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0000" y="2916000"/>
            <a:ext cx="14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Amateur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0000" y="3204000"/>
            <a:ext cx="14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Contexto histórico
y movimientos artísticos.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84000" y="2448000"/>
            <a:ext cx="1764000" cy="18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0" y="2556000"/>
            <a:ext cx="147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0" y="2916000"/>
            <a:ext cx="147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Profesional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8000" y="3204000"/>
            <a:ext cx="147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Terminología técnica
y análisis profundo.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8000" y="4428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</a:rPr>
              <a:t>Disponible en Español e Inglés · Más idiomas próximamente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72000" y="540000"/>
            <a:ext cx="7200" cy="414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03999"/>
            <a:ext cx="450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Tu museo tiene su propia
página dentro de la app.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55999"/>
            <a:ext cx="648000" cy="50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872000"/>
            <a:ext cx="2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00" y="1872000"/>
            <a:ext cx="41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Nombre, ciudad, descripción y enlace a tu web oficial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376000"/>
            <a:ext cx="4500000" cy="7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448000"/>
            <a:ext cx="2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4000" y="2448000"/>
            <a:ext cx="41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Tu colección curada — cada obra tappable y genera contenido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952000"/>
            <a:ext cx="4500000" cy="7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3024000"/>
            <a:ext cx="2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4000" y="3024000"/>
            <a:ext cx="41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Aparece automáticamente en búsquedas de tus obras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3528000"/>
            <a:ext cx="4500000" cy="7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3600000"/>
            <a:ext cx="2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000" y="3600000"/>
            <a:ext cx="41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Datos reales: top obras, idiomas y perfil de audiencia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4104000"/>
            <a:ext cx="4500000" cy="7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176000"/>
            <a:ext cx="2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4000" y="4176000"/>
            <a:ext cx="41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QR listos para imprimir junto a cada obra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8000" y="54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Inteligencia que no tenías antes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8000" y="1080000"/>
            <a:ext cx="3024000" cy="104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8000" y="1224000"/>
            <a:ext cx="27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Top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8000" y="1728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Obras más buscadas este 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8000" y="2304000"/>
            <a:ext cx="3024000" cy="104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68000" y="2448000"/>
            <a:ext cx="27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ES / 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8000" y="2952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Distribución por idioma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8000" y="3528000"/>
            <a:ext cx="3024000" cy="104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68000" y="3672000"/>
            <a:ext cx="27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</a:rPr>
              <a:t>Nivel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8000" y="4176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</a:rPr>
              <a:t>% niños / amateur / experto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8000" cy="5148000"/>
          </a:xfrm>
          <a:prstGeom prst="rect">
            <a:avLst/>
          </a:prstGeom>
          <a:solidFill>
            <a:srgbClr val="262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648000"/>
            <a:ext cx="30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888888"/>
                </a:solidFill>
              </a:rPr>
              <a:t>TARIFA 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07999"/>
            <a:ext cx="30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€0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024000"/>
            <a:ext cx="30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Durante los primeros 3 meses.
Solo nos das feedback.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0000" y="503999"/>
            <a:ext cx="46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Piloto sin riesgo.
¿Empezamos?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0000" y="1728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1728000"/>
            <a:ext cx="43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Página oficial en la app, creada por nosotros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0000" y="2286000"/>
            <a:ext cx="45000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0000" y="2358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2358000"/>
            <a:ext cx="43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Colección curada de obras enlazadas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0000" y="2916000"/>
            <a:ext cx="45000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0000" y="2988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2988000"/>
            <a:ext cx="43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QR listos para imprimir junto a cada obra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0000" y="3546000"/>
            <a:ext cx="45000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0000" y="3618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0" y="3618000"/>
            <a:ext cx="43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Informe mensual con datos reales de visitantes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0000" y="4176000"/>
            <a:ext cx="4500000" cy="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0000" y="4320000"/>
            <a:ext cx="4500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40000" y="4356000"/>
            <a:ext cx="45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</a:rPr>
              <a:t>Solo necesitamos 30 min de llamada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