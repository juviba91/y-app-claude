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514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03999" y="0"/>
            <a:ext cx="3240000" cy="5148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648000"/>
            <a:ext cx="648000" cy="35345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20000" y="1512000"/>
            <a:ext cx="486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</a:rPr>
              <a:t>The Y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2844000"/>
            <a:ext cx="648000" cy="54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2988000"/>
            <a:ext cx="46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La guía de arte con IA que tus visitantes
llevan en el bolsillo.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4392000"/>
            <a:ext cx="36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BBBB"/>
                </a:solidFill>
              </a:rPr>
              <a:t>Propuesta de colaboración ·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8000" y="324000"/>
            <a:ext cx="2088000" cy="450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creen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8000" y="413999"/>
            <a:ext cx="1908000" cy="41291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00000" y="540000"/>
            <a:ext cx="0" cy="4068000"/>
          </a:xfrm>
          <a:prstGeom prst="rect">
            <a:avLst/>
          </a:prstGeom>
          <a:noFill/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3600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111111"/>
                </a:solidFill>
              </a:rPr>
              <a:t>70%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2340000"/>
            <a:ext cx="342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11111"/>
                </a:solidFill>
              </a:rPr>
              <a:t>de los visitantes sale sin entender
lo que ha visto.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2000" y="720000"/>
            <a:ext cx="36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Los carteles son breves. Las audioguías, caras y lentas. La mayoría mira las obras en silencio y sigue andando.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2000" y="1800000"/>
            <a:ext cx="90000" cy="1152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2000" y="1800000"/>
            <a:ext cx="34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"Fui al Prado, era precioso, pero no entendí casi nada."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2000" y="2736000"/>
            <a:ext cx="34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8888"/>
                </a:solidFill>
              </a:rPr>
              <a:t>Visitante típico · encuesta post-visita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2000" y="3311999"/>
            <a:ext cx="36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Se pierden la historia, la técnica, el contexto — y contigo se pierde una oportunidad de conexión real.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40000"/>
            <a:ext cx="43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</a:rPr>
              <a:t>Una guía inteligente.
Instantánea. Personalizada.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800000"/>
            <a:ext cx="576000" cy="54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1944000"/>
            <a:ext cx="43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Sin app de pago. Sin audioguía. Solo el móvil que el visitante ya lleva.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2520000"/>
            <a:ext cx="234000" cy="234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2538000"/>
            <a:ext cx="23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4000" y="2520000"/>
            <a:ext cx="414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11111"/>
                </a:solidFill>
              </a:rPr>
              <a:t>Busca o escanea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4000" y="2754000"/>
            <a:ext cx="41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Escribe el nombre de la obra o escanea el QR del cartel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000" y="3276000"/>
            <a:ext cx="234000" cy="234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0000" y="3294000"/>
            <a:ext cx="23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4000" y="3276000"/>
            <a:ext cx="414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11111"/>
                </a:solidFill>
              </a:rPr>
              <a:t>IA explica al instante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4000" y="3510000"/>
            <a:ext cx="41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15 datos precisos adaptados al nivel elegido (niño, curioso, experto)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0000" y="4031999"/>
            <a:ext cx="234000" cy="234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000" y="4050000"/>
            <a:ext cx="23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4000" y="4031999"/>
            <a:ext cx="414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11111"/>
                </a:solidFill>
              </a:rPr>
              <a:t>Descubre tu museo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4000" y="4266000"/>
            <a:ext cx="41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Enlace directo a la página oficial de tu institución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0000" y="288000"/>
            <a:ext cx="1512000" cy="324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creen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2000" y="360000"/>
            <a:ext cx="1368000" cy="2960492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7452000" y="648000"/>
            <a:ext cx="1512000" cy="324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creen-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3999" y="720000"/>
            <a:ext cx="1368000" cy="296049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20000" y="288000"/>
            <a:ext cx="1872000" cy="4068000"/>
          </a:xfrm>
          <a:prstGeom prst="rect">
            <a:avLst/>
          </a:prstGeom>
          <a:solidFill>
            <a:srgbClr val="FFFFFF"/>
          </a:solidFill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creen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360000"/>
            <a:ext cx="1728000" cy="373956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060000" y="540000"/>
            <a:ext cx="5220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</a:rPr>
              <a:t>15 datos precisos.
En segundos.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3060000" y="1620000"/>
            <a:ext cx="576000" cy="54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60000" y="1764000"/>
            <a:ext cx="52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El mismo cuadro, explicado a tres audiencias distintas en tiempo real.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3060000" y="2520000"/>
            <a:ext cx="1728000" cy="1728000"/>
          </a:xfrm>
          <a:prstGeom prst="rect">
            <a:avLst/>
          </a:prstGeom>
          <a:solidFill>
            <a:srgbClr val="F7F7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4000" y="2628000"/>
            <a:ext cx="14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4000" y="2988000"/>
            <a:ext cx="14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11111"/>
                </a:solidFill>
              </a:rPr>
              <a:t>Para Niños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4000" y="3276000"/>
            <a:ext cx="1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444"/>
                </a:solidFill>
              </a:rPr>
              <a:t>Lenguaje sencillo.
El arte como aventura.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2000" y="2520000"/>
            <a:ext cx="1728000" cy="1728000"/>
          </a:xfrm>
          <a:prstGeom prst="rect">
            <a:avLst/>
          </a:prstGeom>
          <a:noFill/>
          <a:ln w="2540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76000" y="2628000"/>
            <a:ext cx="14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6000" y="2988000"/>
            <a:ext cx="14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11111"/>
                </a:solidFill>
              </a:rPr>
              <a:t>Amateur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6000" y="3276000"/>
            <a:ext cx="1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444"/>
                </a:solidFill>
              </a:rPr>
              <a:t>Contexto histórico y
movimientos artísticos.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03999" y="2520000"/>
            <a:ext cx="1728000" cy="1728000"/>
          </a:xfrm>
          <a:prstGeom prst="rect">
            <a:avLst/>
          </a:prstGeom>
          <a:solidFill>
            <a:srgbClr val="F7F7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7999" y="2628000"/>
            <a:ext cx="14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7999" y="2988000"/>
            <a:ext cx="14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11111"/>
                </a:solidFill>
              </a:rPr>
              <a:t>Profesional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7999" y="3276000"/>
            <a:ext cx="1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444"/>
                </a:solidFill>
              </a:rPr>
              <a:t>Terminología técnica
y análisis profundo.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0000" y="4428000"/>
            <a:ext cx="52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BBBB"/>
                </a:solidFill>
              </a:rPr>
              <a:t>Disponible en Español e Inglés · Más idiomas próximamente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40000"/>
            <a:ext cx="4680000" cy="9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</a:rPr>
              <a:t>Tu museo tiene su propia
página dentro de la app.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692000"/>
            <a:ext cx="576000" cy="54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1872000"/>
            <a:ext cx="28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</a:rP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7999" y="1872000"/>
            <a:ext cx="414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Nombre, ciudad, descripción y enlace a tu web oficial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340000"/>
            <a:ext cx="4500000" cy="0"/>
          </a:xfrm>
          <a:prstGeom prst="rect">
            <a:avLst/>
          </a:prstGeom>
          <a:noFill/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430000"/>
            <a:ext cx="28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7999" y="2430000"/>
            <a:ext cx="414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Tu colección curada — cada obra es tappable y genera contenido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000" y="2898000"/>
            <a:ext cx="4500000" cy="0"/>
          </a:xfrm>
          <a:prstGeom prst="rect">
            <a:avLst/>
          </a:prstGeom>
          <a:noFill/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0000" y="2988000"/>
            <a:ext cx="28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7999" y="2988000"/>
            <a:ext cx="414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Aparece automáticamente cuando alguien busca una obra tuya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3456000"/>
            <a:ext cx="4500000" cy="0"/>
          </a:xfrm>
          <a:prstGeom prst="rect">
            <a:avLst/>
          </a:prstGeom>
          <a:noFill/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3546000"/>
            <a:ext cx="28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7999" y="3546000"/>
            <a:ext cx="414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Datos reales: top obras buscadas, idiomas y tipo de audiencia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0000" y="4014000"/>
            <a:ext cx="4500000" cy="0"/>
          </a:xfrm>
          <a:prstGeom prst="rect">
            <a:avLst/>
          </a:prstGeom>
          <a:noFill/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0000" y="4104000"/>
            <a:ext cx="28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11111"/>
                </a:solidFill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999" y="4104000"/>
            <a:ext cx="414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QR listos para imprimir junto a cada obra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00" y="540000"/>
            <a:ext cx="0" cy="4140000"/>
          </a:xfrm>
          <a:prstGeom prst="rect">
            <a:avLst/>
          </a:prstGeom>
          <a:noFill/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16000" y="540000"/>
            <a:ext cx="32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88"/>
                </a:solidFill>
              </a:rPr>
              <a:t>Inteligencia que no tenías antes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16000" y="1007999"/>
            <a:ext cx="3060000" cy="1007999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96000" y="1152000"/>
            <a:ext cx="270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</a:rPr>
              <a:t>Top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96000" y="1655999"/>
            <a:ext cx="27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8888"/>
                </a:solidFill>
              </a:rPr>
              <a:t>Obras más buscadas este mes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16000" y="2196000"/>
            <a:ext cx="3060000" cy="1007999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96000" y="2340000"/>
            <a:ext cx="270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</a:rPr>
              <a:t>ES / 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96000" y="2844000"/>
            <a:ext cx="27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8888"/>
                </a:solidFill>
              </a:rPr>
              <a:t>Distribución por idioma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16000" y="3383999"/>
            <a:ext cx="3060000" cy="1007999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96000" y="3527999"/>
            <a:ext cx="270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</a:rPr>
              <a:t>Nivel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96000" y="4031999"/>
            <a:ext cx="27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8888"/>
                </a:solidFill>
              </a:rPr>
              <a:t>% niños / amateur / experto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780000" cy="5148000"/>
          </a:xfrm>
          <a:prstGeom prst="rect">
            <a:avLst/>
          </a:prstGeom>
          <a:solidFill>
            <a:srgbClr val="262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28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888888"/>
                </a:solidFill>
              </a:rPr>
              <a:t>TARIFA PILOTO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080000"/>
            <a:ext cx="288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</a:rPr>
              <a:t>€0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3060000"/>
            <a:ext cx="2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</a:rPr>
              <a:t>Durante los primeros 3 meses.
Solo nos das feedback.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40000" y="540000"/>
            <a:ext cx="4500000" cy="9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Piloto sin riesgo.
¿Empezamos?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40000" y="1728000"/>
            <a:ext cx="28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28000" y="1728000"/>
            <a:ext cx="414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88"/>
                </a:solidFill>
              </a:rPr>
              <a:t>Página oficial en la app, creada y mantenida por nosotros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140000" y="2268000"/>
            <a:ext cx="4320000" cy="0"/>
          </a:xfrm>
          <a:prstGeom prst="rect">
            <a:avLst/>
          </a:prstGeom>
          <a:noFill/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40000" y="2340000"/>
            <a:ext cx="28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8000" y="2340000"/>
            <a:ext cx="414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88"/>
                </a:solidFill>
              </a:rPr>
              <a:t>Colección curada de obras enlazadas directamente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40000" y="2880000"/>
            <a:ext cx="4320000" cy="0"/>
          </a:xfrm>
          <a:prstGeom prst="rect">
            <a:avLst/>
          </a:prstGeom>
          <a:noFill/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40000" y="2951999"/>
            <a:ext cx="28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8000" y="2951999"/>
            <a:ext cx="414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88"/>
                </a:solidFill>
              </a:rPr>
              <a:t>QR listos para imprimir y colocar junto a las obras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40000" y="3491999"/>
            <a:ext cx="4320000" cy="0"/>
          </a:xfrm>
          <a:prstGeom prst="rect">
            <a:avLst/>
          </a:prstGeom>
          <a:noFill/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40000" y="3563999"/>
            <a:ext cx="28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8000" y="3563999"/>
            <a:ext cx="414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88"/>
                </a:solidFill>
              </a:rPr>
              <a:t>Informe mensual con datos reales de tus visitantes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40000" y="4103999"/>
            <a:ext cx="4320000" cy="0"/>
          </a:xfrm>
          <a:prstGeom prst="rect">
            <a:avLst/>
          </a:prstGeom>
          <a:noFill/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40000" y="4248000"/>
            <a:ext cx="4320000" cy="43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40000" y="4266000"/>
            <a:ext cx="432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11111"/>
                </a:solidFill>
              </a:rPr>
              <a:t>Solo necesitamos 30 min de llamada  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